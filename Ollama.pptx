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405BB-36F1-496E-A922-58C6816466F7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C6DC7-9E33-4D1E-93F5-4DDAAD81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4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C6DC7-9E33-4D1E-93F5-4DDAAD81B2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99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C6DC7-9E33-4D1E-93F5-4DDAAD81B2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36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9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5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9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9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99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0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7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3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68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3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94200-09C3-407C-AFDC-C210D3A0C18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F31F2-6044-46EF-9B6B-CFF295676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6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403D-334A-5931-32BF-E75241E69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84054-A2B1-EB0A-82D2-954F603C5A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FC28A-F172-83A7-5FAC-C45BABAB0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71" y="209271"/>
            <a:ext cx="8504657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1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C401-9B27-0D8B-F34F-E43AAC1A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800BA-76D0-1C80-90DD-A1611CEDC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572" y="1825625"/>
            <a:ext cx="57468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6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EEAE-4A98-0F43-7E1D-94196D55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00D421-7BC3-9929-6003-724833DD7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8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8567-3EB7-C836-7150-705DFBFF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437C30-9DD4-9E53-EB4A-3619F7B53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16" y="1825625"/>
            <a:ext cx="59575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4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6D5C-9026-1BEE-2161-BE476A7B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134922-80A1-35FF-B7FF-EE6803278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9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1BC5-3832-C962-DDA2-4EAD6A3A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55DD1-189B-538F-9697-D5A513E46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5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5C66-4E5B-9793-62FD-43C85CE2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D1282-FA55-E455-26E1-1EC588F0F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833498"/>
            <a:ext cx="7886700" cy="233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5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2EAE-3584-57E8-200D-8D5F3D2F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7B64E0-8BB8-47E8-4039-A769169F6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68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52D7-9FEB-8075-3B05-BB9E8A26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934278-3244-7EC4-9FA7-3905B8BB9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62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EED50-C06B-3BC1-D602-BEF85DF0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B38D50-3309-61D6-2926-16CEB5643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BB7E-B51F-6CED-382D-B96FDECB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A3EE5E-E172-D9E1-94CC-597D59CA7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75109"/>
            <a:ext cx="7886700" cy="405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89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CB1B-4A6E-746D-4EDE-2B3CC304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B02990-E958-549F-2601-4F8B88886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463" y="1825625"/>
            <a:ext cx="65050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90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020C-4F0F-7311-F6BF-01F48CF1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F44EC0-50CA-09C4-B852-113AE0F2A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463" y="1825625"/>
            <a:ext cx="65050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16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E4C3-BAB5-A606-1AD7-78191CA65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FADF6-B9A2-870F-1983-83A115ECF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86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E232-F0B3-B939-5E63-FC1DF0BE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A9E2B-44DA-E65B-A9A0-CBEFB517C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385" y="2564799"/>
            <a:ext cx="3109229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64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AFB5-2D7A-192D-4EC5-8CADF425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F4A870-C036-AE4B-53FB-62D200AE0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871" y="2298076"/>
            <a:ext cx="4816257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25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3D2F-E4C5-C0C4-7D2C-E1CEFBBF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44C63C-2434-AC65-153C-49EECD967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3202" y="2648627"/>
            <a:ext cx="6637595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574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6F5B-10C6-BBAE-9DB1-ECFC22CE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B70787-BD7B-2CA6-EB50-1E809C558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7495" y="2621954"/>
            <a:ext cx="6569009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31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DF2F-A6EA-9CAB-40B6-005258F3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549DCD-2184-910B-88F5-D1D4DBEF3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650" y="2602903"/>
            <a:ext cx="6454699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28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4029-1A52-1E92-E6C3-D79648DC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9B44E9-78A4-91B1-4D7F-6F782F9C9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547" y="2568610"/>
            <a:ext cx="6530906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96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9B94-AD3E-7F5F-328B-AAAB28E8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41CA8F-61DC-E95F-A2D4-B3BAC4006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2736" y="2564799"/>
            <a:ext cx="6538527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6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A7C4-4BC3-4F2F-E587-F6A199EE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7975DF-6741-8E9B-C93C-48C215928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5581" y="2599092"/>
            <a:ext cx="6652837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16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0091-969B-0DB4-C723-4F249DD7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7B72BE-84AC-51B2-3799-AE6E526A7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75109"/>
            <a:ext cx="7886700" cy="405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45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FB2D-D368-D489-2946-EF65AADD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4D6429-AD7A-7290-AE88-EC69E60C1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17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3992-771F-ED37-8508-A80ECCFC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53D2FB-1F11-9F3F-6DC9-884AF62F1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8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C44C6-21B0-3515-A927-A9AA8063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8A2D0-310F-6EA2-1283-FAD476630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15" y="1825625"/>
            <a:ext cx="7328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33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CA0F-CAD2-279D-EDB0-23EBC833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7605B-58C2-73BC-0A61-64FF8D34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ollama</a:t>
            </a:r>
            <a:r>
              <a:rPr lang="en-US" dirty="0"/>
              <a:t> run hf.co/</a:t>
            </a:r>
            <a:r>
              <a:rPr lang="en-US" dirty="0" err="1"/>
              <a:t>unsloth</a:t>
            </a:r>
            <a:r>
              <a:rPr lang="en-US" dirty="0"/>
              <a:t>/Qwen3.6-27B-MTP-GGUF:UD-IQ2_XXS</a:t>
            </a:r>
          </a:p>
          <a:p>
            <a:endParaRPr lang="en-US" dirty="0"/>
          </a:p>
          <a:p>
            <a:r>
              <a:rPr lang="en-US" dirty="0" err="1"/>
              <a:t>ollama</a:t>
            </a:r>
            <a:r>
              <a:rPr lang="en-US" dirty="0"/>
              <a:t> run hf.co/</a:t>
            </a:r>
            <a:r>
              <a:rPr lang="en-US" dirty="0" err="1"/>
              <a:t>BlackStone</a:t>
            </a:r>
            <a:r>
              <a:rPr lang="en-US" dirty="0"/>
              <a:t>-Yu/Z-Image-Turbo-GGUF:Q8_0</a:t>
            </a:r>
          </a:p>
        </p:txBody>
      </p:sp>
    </p:spTree>
    <p:extLst>
      <p:ext uri="{BB962C8B-B14F-4D97-AF65-F5344CB8AC3E}">
        <p14:creationId xmlns:p14="http://schemas.microsoft.com/office/powerpoint/2010/main" val="1808879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E4DF-4DB2-DEEE-B83F-2BA9FE61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B1A8EA-5D51-0F4A-88CE-394A3867B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274" y="1027907"/>
            <a:ext cx="7886700" cy="1607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53A71B-A1B6-D5EE-819B-B55FDF828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74" y="2887734"/>
            <a:ext cx="8207451" cy="5654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26B250-C451-7468-70F8-0718711BA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33" y="4738576"/>
            <a:ext cx="9144000" cy="350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43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A4F95-A6BF-BCBF-4E87-D331AF66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CCAC34-7B73-FA0E-892F-7D7335672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3210989"/>
            <a:ext cx="7886700" cy="1580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6C8F3C-A165-AE8E-97B7-A789045DF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53747"/>
            <a:ext cx="9144000" cy="28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16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1262</TotalTime>
  <Words>26</Words>
  <Application>Microsoft Office PowerPoint</Application>
  <PresentationFormat>On-screen Show (4:3)</PresentationFormat>
  <Paragraphs>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Mahboob Alam</dc:creator>
  <cp:lastModifiedBy>Mahboob Alam</cp:lastModifiedBy>
  <cp:revision>1</cp:revision>
  <dcterms:created xsi:type="dcterms:W3CDTF">2026-05-24T16:56:17Z</dcterms:created>
  <dcterms:modified xsi:type="dcterms:W3CDTF">2026-05-25T13:58:19Z</dcterms:modified>
</cp:coreProperties>
</file>